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4463" autoAdjust="0"/>
  </p:normalViewPr>
  <p:slideViewPr>
    <p:cSldViewPr snapToGrid="0" snapToObjects="1">
      <p:cViewPr varScale="1">
        <p:scale>
          <a:sx n="40" d="100"/>
          <a:sy n="40" d="100"/>
        </p:scale>
        <p:origin x="25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39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noProof="0" dirty="0"/>
              <a:t>Microsoft </a:t>
            </a:r>
            <a:r>
              <a:rPr lang="ca-ES" noProof="0" dirty="0" err="1"/>
              <a:t>Fabric</a:t>
            </a:r>
            <a:r>
              <a:rPr lang="ca-ES" noProof="0" dirty="0"/>
              <a:t> que es?</a:t>
            </a:r>
          </a:p>
          <a:p>
            <a:endParaRPr lang="ca-ES" noProof="0" dirty="0"/>
          </a:p>
          <a:p>
            <a:r>
              <a:rPr lang="ca-ES" noProof="0" dirty="0"/>
              <a:t>Es el pont </a:t>
            </a:r>
            <a:r>
              <a:rPr lang="ca-ES" noProof="0" dirty="0" err="1"/>
              <a:t>d’únió</a:t>
            </a:r>
            <a:r>
              <a:rPr lang="ca-ES" noProof="0" dirty="0"/>
              <a:t> entre enginyers de dades, científics de dades i analistes de dades.</a:t>
            </a:r>
          </a:p>
          <a:p>
            <a:endParaRPr lang="ca-ES" noProof="0" dirty="0"/>
          </a:p>
          <a:p>
            <a:r>
              <a:rPr lang="ca-ES" noProof="0" dirty="0"/>
              <a:t>És la plataforma conjunta on podem treballar de forma còmode i unificada sense necessitat de duplicar dades ni endur-nos-les a cap altre lloc.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Azure Data Factory: </a:t>
            </a:r>
            <a:r>
              <a:rPr lang="ca-ES" noProof="0" dirty="0"/>
              <a:t>servei d’integració de dades visual a escala empresarial (ETL, </a:t>
            </a:r>
            <a:r>
              <a:rPr lang="ca-ES" noProof="0" dirty="0" err="1"/>
              <a:t>ELTs</a:t>
            </a:r>
            <a:r>
              <a:rPr lang="ca-ES" noProof="0" dirty="0"/>
              <a:t>...)</a:t>
            </a:r>
          </a:p>
          <a:p>
            <a:r>
              <a:rPr lang="ca-ES" noProof="0" dirty="0"/>
              <a:t>- </a:t>
            </a:r>
            <a:r>
              <a:rPr lang="ca-ES" noProof="0" dirty="0" err="1"/>
              <a:t>Synapse</a:t>
            </a:r>
            <a:r>
              <a:rPr lang="ca-ES" noProof="0" dirty="0"/>
              <a:t>: servei d’anàlisis empresarial que accelera el temps necessari per obtenir informació dels sistemes d’emmagatzematge de dades i </a:t>
            </a:r>
            <a:r>
              <a:rPr lang="ca-ES" noProof="0" dirty="0" err="1"/>
              <a:t>macrodades</a:t>
            </a:r>
            <a:r>
              <a:rPr lang="ca-ES" noProof="0" dirty="0"/>
              <a:t> (</a:t>
            </a:r>
            <a:r>
              <a:rPr lang="ca-ES" noProof="0" dirty="0" err="1"/>
              <a:t>Pipelines</a:t>
            </a:r>
            <a:r>
              <a:rPr lang="ca-ES" noProof="0" dirty="0"/>
              <a:t>, Data Explorer, SQL, </a:t>
            </a:r>
            <a:r>
              <a:rPr lang="ca-ES" noProof="0" dirty="0" err="1"/>
              <a:t>Spark</a:t>
            </a:r>
            <a:r>
              <a:rPr lang="ca-ES" noProof="0" dirty="0"/>
              <a:t>...)</a:t>
            </a:r>
          </a:p>
          <a:p>
            <a:pPr marL="171450" indent="-171450">
              <a:buFontTx/>
              <a:buChar char="-"/>
            </a:pPr>
            <a:r>
              <a:rPr lang="ca-ES" noProof="0" dirty="0"/>
              <a:t>PBI: eina d’anàlisis de dades i BI per transformar grans </a:t>
            </a:r>
            <a:r>
              <a:rPr lang="ca-ES" noProof="0" dirty="0" err="1"/>
              <a:t>volms</a:t>
            </a:r>
            <a:r>
              <a:rPr lang="ca-ES" noProof="0" dirty="0"/>
              <a:t> d’informació en quadres de comandament, informes interactius, visualitzacions gràfiques de mètriques i </a:t>
            </a:r>
            <a:r>
              <a:rPr lang="ca-ES" noProof="0" dirty="0" err="1"/>
              <a:t>KPIs</a:t>
            </a:r>
            <a:r>
              <a:rPr lang="ca-ES" noProof="0" dirty="0"/>
              <a:t>.</a:t>
            </a:r>
          </a:p>
          <a:p>
            <a:pPr marL="171450" indent="-171450">
              <a:buFontTx/>
              <a:buChar char="-"/>
            </a:pPr>
            <a:r>
              <a:rPr lang="ca-ES" noProof="0" dirty="0"/>
              <a:t>Data </a:t>
            </a:r>
            <a:r>
              <a:rPr lang="ca-ES" noProof="0" dirty="0" err="1"/>
              <a:t>Activator</a:t>
            </a:r>
            <a:r>
              <a:rPr lang="ca-ES" noProof="0" dirty="0"/>
              <a:t>: eina </a:t>
            </a:r>
            <a:r>
              <a:rPr lang="ca-ES" noProof="0" dirty="0" err="1"/>
              <a:t>low-code</a:t>
            </a:r>
            <a:r>
              <a:rPr lang="ca-ES" noProof="0" dirty="0"/>
              <a:t> per realitzar accions automàtiques quan es detecten patrons o condicions en dades que </a:t>
            </a:r>
            <a:r>
              <a:rPr lang="ca-ES" noProof="0" dirty="0" err="1"/>
              <a:t>cambien</a:t>
            </a:r>
            <a:r>
              <a:rPr lang="ca-ES" noProof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mins fins </a:t>
            </a:r>
            <a:r>
              <a:rPr lang="en-US" dirty="0" err="1"/>
              <a:t>aqui</a:t>
            </a:r>
            <a:endParaRPr lang="en-US" dirty="0"/>
          </a:p>
          <a:p>
            <a:r>
              <a:rPr lang="en-US" dirty="0" err="1"/>
              <a:t>Taules</a:t>
            </a:r>
            <a:r>
              <a:rPr lang="en-US" dirty="0"/>
              <a:t> delta </a:t>
            </a:r>
            <a:r>
              <a:rPr lang="en-US" dirty="0" err="1"/>
              <a:t>permeten</a:t>
            </a:r>
            <a:r>
              <a:rPr lang="en-US" dirty="0"/>
              <a:t> </a:t>
            </a:r>
            <a:r>
              <a:rPr lang="en-US" dirty="0" err="1"/>
              <a:t>transaccions</a:t>
            </a:r>
            <a:r>
              <a:rPr lang="en-US" dirty="0"/>
              <a:t> ACID, </a:t>
            </a:r>
            <a:r>
              <a:rPr lang="en-US" dirty="0" err="1"/>
              <a:t>tenen</a:t>
            </a:r>
            <a:r>
              <a:rPr lang="en-US" dirty="0"/>
              <a:t> un log de </a:t>
            </a:r>
            <a:r>
              <a:rPr lang="en-US" dirty="0" err="1"/>
              <a:t>transaccions</a:t>
            </a:r>
            <a:r>
              <a:rPr lang="en-US" dirty="0"/>
              <a:t> </a:t>
            </a:r>
            <a:r>
              <a:rPr lang="en-US" dirty="0" err="1"/>
              <a:t>natiu</a:t>
            </a:r>
            <a:r>
              <a:rPr lang="en-US" dirty="0"/>
              <a:t>, </a:t>
            </a:r>
            <a:r>
              <a:rPr lang="en-US" dirty="0" err="1"/>
              <a:t>maneig</a:t>
            </a:r>
            <a:r>
              <a:rPr lang="en-US" dirty="0"/>
              <a:t> de versions </a:t>
            </a:r>
            <a:r>
              <a:rPr lang="en-US" dirty="0" err="1"/>
              <a:t>i</a:t>
            </a:r>
            <a:r>
              <a:rPr lang="en-US" dirty="0"/>
              <a:t> varies </a:t>
            </a:r>
            <a:r>
              <a:rPr lang="en-US" dirty="0" err="1"/>
              <a:t>optimitzacions</a:t>
            </a:r>
            <a:r>
              <a:rPr lang="en-US" dirty="0"/>
              <a:t> internes.</a:t>
            </a:r>
          </a:p>
          <a:p>
            <a:r>
              <a:rPr lang="en-US" dirty="0"/>
              <a:t>Estan </a:t>
            </a:r>
            <a:r>
              <a:rPr lang="en-US" dirty="0" err="1"/>
              <a:t>basades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utilització</a:t>
            </a:r>
            <a:r>
              <a:rPr lang="en-US" dirty="0"/>
              <a:t> </a:t>
            </a:r>
            <a:r>
              <a:rPr lang="en-US" dirty="0" err="1"/>
              <a:t>d’arxius</a:t>
            </a:r>
            <a:r>
              <a:rPr lang="en-US" dirty="0"/>
              <a:t> parquet com a format de </a:t>
            </a:r>
            <a:r>
              <a:rPr lang="en-US" dirty="0" err="1"/>
              <a:t>dades</a:t>
            </a:r>
            <a:r>
              <a:rPr lang="en-US" dirty="0"/>
              <a:t> base.</a:t>
            </a:r>
          </a:p>
          <a:p>
            <a:r>
              <a:rPr lang="en-US" dirty="0"/>
              <a:t>En </a:t>
            </a:r>
            <a:r>
              <a:rPr lang="en-US" dirty="0" err="1"/>
              <a:t>resum</a:t>
            </a:r>
            <a:r>
              <a:rPr lang="en-US" dirty="0"/>
              <a:t>: Millor </a:t>
            </a:r>
            <a:r>
              <a:rPr lang="en-US" dirty="0" err="1"/>
              <a:t>escalabilitat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velocitat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s-ES" b="1" dirty="0" err="1"/>
              <a:t>DirectQuery</a:t>
            </a:r>
            <a:r>
              <a:rPr lang="es-ES" dirty="0"/>
              <a:t> </a:t>
            </a:r>
            <a:r>
              <a:rPr lang="es-ES" dirty="0" err="1"/>
              <a:t>és</a:t>
            </a:r>
            <a:r>
              <a:rPr lang="es-ES" dirty="0"/>
              <a:t> un </a:t>
            </a:r>
            <a:r>
              <a:rPr lang="es-ES" dirty="0" err="1"/>
              <a:t>mode</a:t>
            </a:r>
            <a:r>
              <a:rPr lang="es-ES" dirty="0"/>
              <a:t> de </a:t>
            </a:r>
            <a:r>
              <a:rPr lang="es-ES" dirty="0" err="1"/>
              <a:t>connexió</a:t>
            </a:r>
            <a:r>
              <a:rPr lang="es-ES" dirty="0"/>
              <a:t> en </a:t>
            </a:r>
            <a:r>
              <a:rPr lang="es-ES" dirty="0" err="1"/>
              <a:t>què</a:t>
            </a:r>
            <a:r>
              <a:rPr lang="es-ES" dirty="0"/>
              <a:t> </a:t>
            </a:r>
            <a:r>
              <a:rPr lang="es-ES" dirty="0" err="1"/>
              <a:t>l’eina</a:t>
            </a:r>
            <a:r>
              <a:rPr lang="es-ES" dirty="0"/>
              <a:t> (</a:t>
            </a:r>
            <a:r>
              <a:rPr lang="es-ES" dirty="0" err="1"/>
              <a:t>com</a:t>
            </a:r>
            <a:r>
              <a:rPr lang="es-ES" dirty="0"/>
              <a:t> </a:t>
            </a:r>
            <a:r>
              <a:rPr lang="es-ES" dirty="0" err="1"/>
              <a:t>Power</a:t>
            </a:r>
            <a:r>
              <a:rPr lang="es-ES" dirty="0"/>
              <a:t> BI) </a:t>
            </a:r>
            <a:r>
              <a:rPr lang="es-ES" b="1" dirty="0"/>
              <a:t>no importa les dades</a:t>
            </a:r>
            <a:r>
              <a:rPr lang="es-ES" dirty="0"/>
              <a:t>, </a:t>
            </a:r>
            <a:r>
              <a:rPr lang="es-ES" dirty="0" err="1"/>
              <a:t>sinó</a:t>
            </a:r>
            <a:r>
              <a:rPr lang="es-ES" dirty="0"/>
              <a:t> que </a:t>
            </a:r>
            <a:r>
              <a:rPr lang="es-ES" b="1" dirty="0" err="1"/>
              <a:t>envia</a:t>
            </a:r>
            <a:r>
              <a:rPr lang="es-ES" b="1" dirty="0"/>
              <a:t> consultes </a:t>
            </a:r>
            <a:r>
              <a:rPr lang="es-ES" b="1" dirty="0" err="1"/>
              <a:t>directament</a:t>
            </a:r>
            <a:r>
              <a:rPr lang="es-ES" b="1" dirty="0"/>
              <a:t> a la </a:t>
            </a:r>
            <a:r>
              <a:rPr lang="es-ES" b="1" dirty="0" err="1"/>
              <a:t>font</a:t>
            </a:r>
            <a:r>
              <a:rPr lang="es-ES" dirty="0"/>
              <a:t> cada vegada que </a:t>
            </a:r>
            <a:r>
              <a:rPr lang="es-ES" dirty="0" err="1"/>
              <a:t>l’usuari</a:t>
            </a:r>
            <a:r>
              <a:rPr lang="es-ES" dirty="0"/>
              <a:t> </a:t>
            </a:r>
            <a:r>
              <a:rPr lang="es-ES" dirty="0" err="1"/>
              <a:t>interactua</a:t>
            </a:r>
            <a:r>
              <a:rPr lang="es-ES" dirty="0"/>
              <a:t> </a:t>
            </a:r>
            <a:r>
              <a:rPr lang="es-ES" dirty="0" err="1"/>
              <a:t>amb</a:t>
            </a:r>
            <a:r>
              <a:rPr lang="es-ES" dirty="0"/>
              <a:t> el </a:t>
            </a:r>
            <a:r>
              <a:rPr lang="es-ES" dirty="0" err="1"/>
              <a:t>panell</a:t>
            </a:r>
            <a:r>
              <a:rPr lang="es-ES" dirty="0"/>
              <a:t> o informe.</a:t>
            </a:r>
          </a:p>
          <a:p>
            <a:endParaRPr lang="es-ES" dirty="0"/>
          </a:p>
          <a:p>
            <a:r>
              <a:rPr lang="es-ES" dirty="0"/>
              <a:t>No es crea un </a:t>
            </a:r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dirty="0" err="1"/>
              <a:t>intern</a:t>
            </a:r>
            <a:r>
              <a:rPr lang="es-ES" dirty="0"/>
              <a:t> </a:t>
            </a:r>
            <a:r>
              <a:rPr lang="es-ES" dirty="0" err="1"/>
              <a:t>complet</a:t>
            </a:r>
            <a:r>
              <a:rPr lang="es-ES" dirty="0"/>
              <a:t>; les dades romanen al sistema origen (Delta Lake, SQL,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0d-1772-8889-8000-000006c423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23-8762-8efd-8000-0000411fd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29-e622-834c-8000-0000eaacb0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2b-1912-8965-8000-00008114bb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22-3642-8111-8000-0000981781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26-94e2-8528-8000-0000a7a13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42-db52-8319-8000-00000e8a7a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4e-96f2-8a9b-8000-0000012ddb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40-d462-88b1-8000-00002d5a2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64c-6c62-8eab-8000-000043bcc1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260</Words>
  <Application>Microsoft Office PowerPoint</Application>
  <PresentationFormat>Personalizado</PresentationFormat>
  <Paragraphs>27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Fabric: Unified Data Power</dc:title>
  <dc:subject>Microsoft Fabric: Unified Data Power</dc:subject>
  <dc:creator>Kimi</dc:creator>
  <cp:lastModifiedBy>Victor García Domínguez</cp:lastModifiedBy>
  <cp:revision>4</cp:revision>
  <dcterms:created xsi:type="dcterms:W3CDTF">2025-11-28T16:59:43Z</dcterms:created>
  <dcterms:modified xsi:type="dcterms:W3CDTF">2025-11-28T18:53:49Z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{"Label":"Microsoft Fabric: Unified Data Power","ContentProducer":"001191110108MACG2KBH8F10000","ProduceID":"d4kt5buom6pr4nqk5hm0","ReservedCode1":"","ContentPropagator":"001191110108MACG2KBH8F20000","PropagateID":"d4kt5buom6pr4nqk5hm0","ReservedCode2":""}</vt:lpwstr>
  </property>
</Properties>
</file>